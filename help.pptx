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27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1CB56-69B8-4D9F-3D6E-FBA59D9FA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A522EF-81B5-8E2B-0CD4-48AC737E3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D93312-F5EA-9731-D548-8D868787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F11B05-86F2-C335-198B-2F7EFCA9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0A293B-752C-6CEC-EBAD-770FC3F89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915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9C4B5-A723-FE6B-1FE1-E5378FF6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4138D1-ED0C-4A0C-C27A-8CF02A46A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B4A92-39B1-E483-9C01-EB94F472B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0BA6FD-0A8A-E5C5-D089-837F94DC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F54766-A741-0C0F-E8C7-E2535C73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20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CA8F4-715C-BA92-1A58-9023F9F1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3E182B-518F-1BFC-1E92-0289F90D6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54B2D8-3F7F-A000-CC6B-B4A4F9F39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3B2CE5-17B2-27D4-5BF6-AAACA7E01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28A17-1BA2-7026-5CA2-2A9383CED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46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50182-AB73-D7B6-FB4C-12D903E9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128C3-4989-0AC4-A121-B0D1E6E90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721757-2178-721C-EBC2-9E4BABE51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698131-5372-3EF7-6E12-9C45B80F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DB1A21-53F6-29E2-D291-BCBA8804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2D0BE3-BB88-74B7-CAEC-192D83A0D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54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5A150-DA67-B778-2A1B-7DD7652C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40B4BA-6542-2958-D58D-CCCAEF919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4A6D02-E8CD-9B01-556B-340E6FFC8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50EDBA-7FBF-950C-2947-5E94AEE86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C225A8-4094-72E7-A26A-8D1A1332B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674B75-9241-D568-64A3-AD306A42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234F27-64B3-FA73-B96A-64BFE5DF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426226-33BE-37A9-095A-EB97F6B4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74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2711A-E484-385E-4265-9F696F7A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4BDF71-A951-7418-AF74-0DA24844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227BDF-0C90-508A-ACD0-74371A64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EDB77-A415-145F-9EE5-04C39539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07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DFFEA8-E440-0D31-479C-894D5D0A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07436C-ED07-F68C-A6F3-9464473A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525529-92C2-69E4-B6BF-2EBEF8C6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998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E4E61-8761-7589-F209-D2D7A6DF9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A460A-FD8B-6899-C742-822225B63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95097-9364-7FD5-1DD8-2C9349DE9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34C6C6-0316-EC96-FF5E-F33BC5A33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8A0612-034F-7303-1A3F-0BF8D588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9B46C-CBCC-6E90-3D88-C24058CD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41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6FE9D-0D33-00DC-6BAA-6D9204FB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FAB445-712D-CD8C-2E1B-FEECC1FEB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18762F-EBB8-21B2-CEDF-80F5C3826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88D62D-EAA7-C5A8-8418-7E965AFFB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4B1D41-CCF9-FB2B-1F9F-2132A8DE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8F009C-EBAD-969A-FC83-F4F421C7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07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6F6B3-2BCB-1647-3900-CD5DEC61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51351F-E6D4-233C-D3D7-FE9C68028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812734-9963-1889-3354-C5EDF61B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7BE8D-6D49-93E5-1726-1269D7B06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3597B5-0E00-40AD-DB3C-65A8F596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527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96D1FA-74F9-D81B-5145-CCD4BA15F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EB5A04-9D08-3244-5D60-5263C3F3B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2FA1A8-EEF3-D935-7FED-99C79A346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F97D82-79A8-C95E-2319-C554CD68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99E3A9-4C23-3C66-E9B8-8371D1127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06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51D24C-8620-A7EC-3E12-F3D24C502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702F94-4020-8475-F21A-4E305E735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794057-EDD7-1E60-C4B4-C200E6192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4B62C-12A1-4194-BF6D-F830721A6CA6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C34D2E-5ADC-C28B-2757-3C1656977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82F021-5F2C-8FB8-9688-FE186B3EC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2F40-CE06-4606-AFB9-3AF6931750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85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폰트, 그래픽, 포스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141FC6-D360-9863-5207-3221195C7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900" y="1638300"/>
            <a:ext cx="3124200" cy="358140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A5CEFB7-1FE3-B69C-8B69-818206C30EBD}"/>
              </a:ext>
            </a:extLst>
          </p:cNvPr>
          <p:cNvSpPr/>
          <p:nvPr/>
        </p:nvSpPr>
        <p:spPr>
          <a:xfrm>
            <a:off x="4626389" y="1747078"/>
            <a:ext cx="432000" cy="468000"/>
          </a:xfrm>
          <a:prstGeom prst="roundRect">
            <a:avLst>
              <a:gd name="adj" fmla="val 24808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FC5EE7-00CD-E105-66BB-7F2480735375}"/>
              </a:ext>
            </a:extLst>
          </p:cNvPr>
          <p:cNvSpPr/>
          <p:nvPr/>
        </p:nvSpPr>
        <p:spPr>
          <a:xfrm>
            <a:off x="7137369" y="1747078"/>
            <a:ext cx="432000" cy="468000"/>
          </a:xfrm>
          <a:prstGeom prst="roundRect">
            <a:avLst>
              <a:gd name="adj" fmla="val 24808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95639B5-02EC-10FC-1CB9-448EA37EA97F}"/>
              </a:ext>
            </a:extLst>
          </p:cNvPr>
          <p:cNvSpPr/>
          <p:nvPr/>
        </p:nvSpPr>
        <p:spPr>
          <a:xfrm>
            <a:off x="6963552" y="4610679"/>
            <a:ext cx="612000" cy="468000"/>
          </a:xfrm>
          <a:prstGeom prst="roundRect">
            <a:avLst>
              <a:gd name="adj" fmla="val 24808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E98FDF3-B2C1-6BBB-8430-BE9F3D8F3AFC}"/>
              </a:ext>
            </a:extLst>
          </p:cNvPr>
          <p:cNvSpPr/>
          <p:nvPr/>
        </p:nvSpPr>
        <p:spPr>
          <a:xfrm>
            <a:off x="4616450" y="4610679"/>
            <a:ext cx="612000" cy="468000"/>
          </a:xfrm>
          <a:prstGeom prst="roundRect">
            <a:avLst>
              <a:gd name="adj" fmla="val 24808"/>
            </a:avLst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351682B-D531-332E-E8BA-F1151AD4E2B0}"/>
              </a:ext>
            </a:extLst>
          </p:cNvPr>
          <p:cNvSpPr/>
          <p:nvPr/>
        </p:nvSpPr>
        <p:spPr>
          <a:xfrm>
            <a:off x="5541152" y="4610679"/>
            <a:ext cx="1080000" cy="468000"/>
          </a:xfrm>
          <a:prstGeom prst="roundRect">
            <a:avLst>
              <a:gd name="adj" fmla="val 24808"/>
            </a:avLst>
          </a:pr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124CC40-3608-F137-C4EC-7A7DEB605384}"/>
              </a:ext>
            </a:extLst>
          </p:cNvPr>
          <p:cNvSpPr/>
          <p:nvPr/>
        </p:nvSpPr>
        <p:spPr>
          <a:xfrm>
            <a:off x="7054504" y="4194801"/>
            <a:ext cx="468000" cy="360000"/>
          </a:xfrm>
          <a:prstGeom prst="roundRect">
            <a:avLst>
              <a:gd name="adj" fmla="val 24808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2C6846B-F3DA-4ED4-9A71-0E898FD0BA0B}"/>
              </a:ext>
            </a:extLst>
          </p:cNvPr>
          <p:cNvSpPr/>
          <p:nvPr/>
        </p:nvSpPr>
        <p:spPr>
          <a:xfrm>
            <a:off x="4688450" y="4204740"/>
            <a:ext cx="1800000" cy="360000"/>
          </a:xfrm>
          <a:prstGeom prst="roundRect">
            <a:avLst>
              <a:gd name="adj" fmla="val 24808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9D198A6-33FB-AB15-3A1A-7297480564F0}"/>
              </a:ext>
            </a:extLst>
          </p:cNvPr>
          <p:cNvSpPr/>
          <p:nvPr/>
        </p:nvSpPr>
        <p:spPr>
          <a:xfrm>
            <a:off x="4688450" y="3791990"/>
            <a:ext cx="2340000" cy="360000"/>
          </a:xfrm>
          <a:prstGeom prst="roundRect">
            <a:avLst>
              <a:gd name="adj" fmla="val 24808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9C5F18D-5FC5-1A04-E716-AF24138EF562}"/>
              </a:ext>
            </a:extLst>
          </p:cNvPr>
          <p:cNvSpPr/>
          <p:nvPr/>
        </p:nvSpPr>
        <p:spPr>
          <a:xfrm>
            <a:off x="4822511" y="3251213"/>
            <a:ext cx="2520000" cy="468000"/>
          </a:xfrm>
          <a:prstGeom prst="roundRect">
            <a:avLst>
              <a:gd name="adj" fmla="val 24808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6AFD79-24F1-12FE-E176-E9761366F158}"/>
              </a:ext>
            </a:extLst>
          </p:cNvPr>
          <p:cNvSpPr txBox="1"/>
          <p:nvPr/>
        </p:nvSpPr>
        <p:spPr>
          <a:xfrm>
            <a:off x="1610140" y="1644635"/>
            <a:ext cx="2761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 DND</a:t>
            </a:r>
            <a:endParaRPr lang="ko-KR" altLang="en-US" sz="3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860A1E-9DE5-B83C-53C2-E5AD705F9762}"/>
              </a:ext>
            </a:extLst>
          </p:cNvPr>
          <p:cNvSpPr txBox="1"/>
          <p:nvPr/>
        </p:nvSpPr>
        <p:spPr>
          <a:xfrm>
            <a:off x="7820525" y="1636831"/>
            <a:ext cx="3480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 charging</a:t>
            </a:r>
            <a:endParaRPr lang="ko-KR" altLang="en-US" sz="3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902890-8B8B-07E6-6107-C23511FA7A9D}"/>
              </a:ext>
            </a:extLst>
          </p:cNvPr>
          <p:cNvSpPr txBox="1"/>
          <p:nvPr/>
        </p:nvSpPr>
        <p:spPr>
          <a:xfrm>
            <a:off x="7820525" y="3162799"/>
            <a:ext cx="2647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Notifications</a:t>
            </a:r>
            <a:endParaRPr lang="ko-KR" altLang="en-US" sz="3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54F9C5-6107-9745-467F-06EB09484052}"/>
              </a:ext>
            </a:extLst>
          </p:cNvPr>
          <p:cNvSpPr txBox="1"/>
          <p:nvPr/>
        </p:nvSpPr>
        <p:spPr>
          <a:xfrm>
            <a:off x="5019114" y="5215944"/>
            <a:ext cx="2124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Away time</a:t>
            </a:r>
            <a:endParaRPr lang="ko-KR" altLang="en-US" sz="32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C29D5D-603A-CE2C-DAB4-2F34385C15A3}"/>
              </a:ext>
            </a:extLst>
          </p:cNvPr>
          <p:cNvSpPr txBox="1"/>
          <p:nvPr/>
        </p:nvSpPr>
        <p:spPr>
          <a:xfrm>
            <a:off x="7820525" y="4053151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network</a:t>
            </a:r>
            <a:endParaRPr lang="ko-KR" altLang="en-US" sz="3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5BBA18-82AD-69A0-27D2-BFC5E6CE9B6D}"/>
              </a:ext>
            </a:extLst>
          </p:cNvPr>
          <p:cNvSpPr txBox="1"/>
          <p:nvPr/>
        </p:nvSpPr>
        <p:spPr>
          <a:xfrm>
            <a:off x="7820525" y="4501901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 battery %</a:t>
            </a:r>
            <a:endParaRPr lang="ko-KR" altLang="en-US" sz="3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EF7D55-983B-830B-7698-7C11D1BDC74F}"/>
              </a:ext>
            </a:extLst>
          </p:cNvPr>
          <p:cNvSpPr txBox="1"/>
          <p:nvPr/>
        </p:nvSpPr>
        <p:spPr>
          <a:xfrm>
            <a:off x="2283150" y="3674578"/>
            <a:ext cx="2124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Wi-Fi SSID</a:t>
            </a:r>
            <a:endParaRPr lang="ko-KR" altLang="en-US" sz="3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C89ADC-61E0-293D-DED8-36C22A02A5AE}"/>
              </a:ext>
            </a:extLst>
          </p:cNvPr>
          <p:cNvSpPr txBox="1"/>
          <p:nvPr/>
        </p:nvSpPr>
        <p:spPr>
          <a:xfrm>
            <a:off x="1032014" y="4082967"/>
            <a:ext cx="3366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 device: battery</a:t>
            </a:r>
            <a:endParaRPr lang="ko-KR" altLang="en-US" sz="3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9AA19F-9DAD-4EEB-9F11-8FE706EF5F96}"/>
              </a:ext>
            </a:extLst>
          </p:cNvPr>
          <p:cNvSpPr txBox="1"/>
          <p:nvPr/>
        </p:nvSpPr>
        <p:spPr>
          <a:xfrm>
            <a:off x="1040935" y="4551045"/>
            <a:ext cx="3366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Pebble battery %</a:t>
            </a:r>
            <a:endParaRPr lang="ko-KR" altLang="en-US" sz="32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262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21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Han</dc:creator>
  <cp:lastModifiedBy>Jay Han</cp:lastModifiedBy>
  <cp:revision>3</cp:revision>
  <dcterms:created xsi:type="dcterms:W3CDTF">2025-12-24T09:52:20Z</dcterms:created>
  <dcterms:modified xsi:type="dcterms:W3CDTF">2025-12-24T10:22:21Z</dcterms:modified>
</cp:coreProperties>
</file>